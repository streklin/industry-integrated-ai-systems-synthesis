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42" r:id="rId5"/>
    <p:sldId id="359" r:id="rId6"/>
    <p:sldId id="373" r:id="rId7"/>
    <p:sldId id="375" r:id="rId8"/>
    <p:sldId id="365" r:id="rId9"/>
    <p:sldId id="376" r:id="rId10"/>
    <p:sldId id="377" r:id="rId11"/>
    <p:sldId id="378" r:id="rId12"/>
    <p:sldId id="379" r:id="rId13"/>
    <p:sldId id="380" r:id="rId14"/>
    <p:sldId id="381" r:id="rId15"/>
    <p:sldId id="3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105" d="100"/>
          <a:sy n="105" d="100"/>
        </p:scale>
        <p:origin x="83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Semi-autonomous wildfire monitoring and control framework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Simulating Fire</a:t>
            </a:r>
          </a:p>
          <a:p>
            <a:r>
              <a:rPr lang="en-US" dirty="0"/>
              <a:t>Simulating UAVs</a:t>
            </a:r>
          </a:p>
          <a:p>
            <a:r>
              <a:rPr lang="en-US" dirty="0"/>
              <a:t>The Command Center</a:t>
            </a:r>
          </a:p>
          <a:p>
            <a:r>
              <a:rPr lang="en-US" dirty="0"/>
              <a:t>Demonstration</a:t>
            </a:r>
          </a:p>
          <a:p>
            <a:r>
              <a:rPr lang="en-US" dirty="0"/>
              <a:t>Final Words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dirty="0"/>
              <a:t>WILDFIRE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/>
          <a:p>
            <a:r>
              <a:rPr lang="en-US" dirty="0"/>
              <a:t>SELECTING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4015098" cy="3528397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en-US" noProof="0" dirty="0"/>
              <a:t>SPEAKING IMPACT</a:t>
            </a:r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/>
          <a:lstStyle/>
          <a:p>
            <a:pPr lvl="0"/>
            <a:r>
              <a:rPr lang="en-US" noProof="0" dirty="0"/>
              <a:t>DYNAMIC DELIVERY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108193" cy="3047997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67588EB3-ED1D-6AD3-5960-55BD64293774}"/>
              </a:ext>
            </a:extLst>
          </p:cNvPr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1366282485"/>
              </p:ext>
            </p:extLst>
          </p:nvPr>
        </p:nvGraphicFramePr>
        <p:xfrm>
          <a:off x="5067300" y="404813"/>
          <a:ext cx="6705602" cy="60494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3214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420655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924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METRIC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MEASUREMENT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TARGET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ACTUAL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0648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D1544-95D3-8A05-6E1B-C08C307C55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392160" y="2465388"/>
            <a:ext cx="2856865" cy="3427412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643842"/>
            <a:ext cx="10515601" cy="1140849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8EEA5630-8504-C8C7-2F0C-EE6D53FDDCC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050753078"/>
              </p:ext>
            </p:extLst>
          </p:nvPr>
        </p:nvGraphicFramePr>
        <p:xfrm>
          <a:off x="835025" y="2560638"/>
          <a:ext cx="10515601" cy="347715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547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r>
              <a:rPr lang="en-US" dirty="0"/>
              <a:t>Mirjam Nilsson​</a:t>
            </a:r>
          </a:p>
          <a:p>
            <a:r>
              <a:rPr lang="en-US" dirty="0"/>
              <a:t>206-555-0146</a:t>
            </a:r>
          </a:p>
          <a:p>
            <a:r>
              <a:rPr lang="en-US" dirty="0"/>
              <a:t>mirjam@contoso.com</a:t>
            </a:r>
          </a:p>
          <a:p>
            <a:r>
              <a:rPr lang="en-US" dirty="0"/>
              <a:t>www.contoso.com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{571DB61C-9624-4952-B424-973DE4A8DF86}TFe8699e8e-689b-4d7e-abcf-e888fd749829db3118dc_win32-d573b439b56f</Template>
  <TotalTime>238</TotalTime>
  <Words>428</Words>
  <Application>Microsoft Office PowerPoint</Application>
  <PresentationFormat>Widescreen</PresentationFormat>
  <Paragraphs>130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Nova</vt:lpstr>
      <vt:lpstr>Biome</vt:lpstr>
      <vt:lpstr>Calibri</vt:lpstr>
      <vt:lpstr>Custom</vt:lpstr>
      <vt:lpstr>Semi-autonomous wildfire monitoring and control framework</vt:lpstr>
      <vt:lpstr>Agenda</vt:lpstr>
      <vt:lpstr>WILDFIRE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Gene Foxwell</dc:creator>
  <cp:lastModifiedBy>Gene Foxwell</cp:lastModifiedBy>
  <cp:revision>6</cp:revision>
  <dcterms:created xsi:type="dcterms:W3CDTF">2026-06-18T14:44:38Z</dcterms:created>
  <dcterms:modified xsi:type="dcterms:W3CDTF">2026-06-18T18:42:52Z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